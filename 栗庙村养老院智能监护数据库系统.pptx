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731520"/>
            <a:ext cx="3200400" cy="3200400"/>
          </a:xfrm>
          <a:prstGeom prst="ellipse">
            <a:avLst/>
          </a:prstGeom>
          <a:solidFill>
            <a:srgbClr val="2D8F6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7EBDA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栗庙村养老院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智能监护数据库系统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数据库应用课程 —— 课程设计报告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专业：计算机科学与技术  |  班级：计科2401  |  姓名：赵文琦  |  时间：2026/5/10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 录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四大子系统功能概述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数据库概念结构设计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ER模型与实体关系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数据库逻辑结构设计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2560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范式分析与主键设计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数据库实施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DDL语句与表结构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数据库测试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3657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SQL查询与数据验证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数据库持久层设计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DAO类与方法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需求分析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29184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8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护工与订单管理子系统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护工信息的录入、修改、查询、维护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护工接单（订单分配）、订单状态跟踪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护工与订单的关联关系维护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涉及实体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566160"/>
            <a:ext cx="1645920" cy="292608"/>
          </a:xfrm>
          <a:prstGeom prst="rect">
            <a:avLst/>
          </a:prstGeom>
          <a:solidFill>
            <a:srgbClr val="2D8F6C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nurse_info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35661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护工信息（用户、姓名、性别、年龄、电话、照片）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931920"/>
            <a:ext cx="1645920" cy="292608"/>
          </a:xfrm>
          <a:prstGeom prst="rect">
            <a:avLst/>
          </a:prstGeom>
          <a:solidFill>
            <a:srgbClr val="2D8F6C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31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hiring_order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39319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聘请订单（订单ID、护工、服务类型、状态、老人信息）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297680"/>
            <a:ext cx="1645920" cy="292608"/>
          </a:xfrm>
          <a:prstGeom prst="rect">
            <a:avLst/>
          </a:prstGeom>
          <a:solidFill>
            <a:srgbClr val="2D8F6C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297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nurse_order_rel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42976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护工订单关联（关联ID、护工用户、订单ID）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011680"/>
            <a:ext cx="1645920" cy="320040"/>
          </a:xfrm>
          <a:prstGeom prst="rect">
            <a:avLst/>
          </a:prstGeom>
          <a:solidFill>
            <a:srgbClr val="D4A353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多对多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需求分析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3931920" cy="54864"/>
          </a:xfrm>
          <a:prstGeom prst="rect">
            <a:avLst/>
          </a:prstGeom>
          <a:solidFill>
            <a:srgbClr val="7EBDA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亲属用户与老人信息管理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亲属注册、登录、信息维护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老人信息录入、修改、查询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查询老人护理状态与订单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亲属与老人关联关系维护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1097280" cy="274320"/>
          </a:xfrm>
          <a:prstGeom prst="rect">
            <a:avLst/>
          </a:prstGeom>
          <a:solidFill>
            <a:srgbClr val="7EBDA6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一对多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63040"/>
            <a:ext cx="3931920" cy="54864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护理项目管理子系统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护理项目创建、修改、删除、查询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护理项目分类管理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护理项目与护工、订单关联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护理项目展示（图片、说明）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实体：care_project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护理类型 | 护理名称 | 图片 | 描述 | 价格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需求分析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29184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管理员后台管理子系统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148840"/>
            <a:ext cx="3657600" cy="64008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48840"/>
            <a:ext cx="36576" cy="64008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194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管理员账号管理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账号、密码、权限管理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3657600" cy="64008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2926080"/>
            <a:ext cx="36576" cy="64008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971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护工信息审核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护工资质审核与管理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703320"/>
            <a:ext cx="3657600" cy="64008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703320"/>
            <a:ext cx="36576" cy="64008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749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亲属用户管理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亲属信息维护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148840"/>
            <a:ext cx="3657600" cy="64008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148840"/>
            <a:ext cx="36576" cy="64008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194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订单管理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订单分配与状态跟踪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3657600" cy="64008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926080"/>
            <a:ext cx="36576" cy="64008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971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护理项目管理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项目创建与维护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3657600" cy="64008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3703320"/>
            <a:ext cx="36576" cy="64008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749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系统基础数据维护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基础数据配置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0" y="4297680"/>
            <a:ext cx="2926080" cy="320040"/>
          </a:xfrm>
          <a:prstGeom prst="rect">
            <a:avLst/>
          </a:prstGeom>
          <a:solidFill>
            <a:srgbClr val="2D8F6C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57784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管理员与各实体均为 1:N（一对多）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数据库概念结构设计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73152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护工与订单管理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nurse_info ↔ nurse_order_rel ↔ hiring_order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31720"/>
            <a:ext cx="54864" cy="731520"/>
          </a:xfrm>
          <a:prstGeom prst="rect">
            <a:avLst/>
          </a:prstGeom>
          <a:solidFill>
            <a:srgbClr val="7EBDA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亲属用户与老人信息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relative_user → elder_info (1:N)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00400"/>
            <a:ext cx="54864" cy="73152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护理项目管理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care_project (分类管理)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6908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管理员后台管理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→ 所有实体 (1:N)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2D8F6C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全局关系：护工与订单 M:N | 亲属与老人 1:N | 管理员 1:N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数据库逻辑结构设计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85953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731520"/>
                <a:gridCol w="731520"/>
                <a:gridCol w="73152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F6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账号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nurse_info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nurse_user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relative_user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hiring_order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nurse_order_rel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复合主键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care_project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7EBDA6">
              <a:alpha val="1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所有表均满足 3NF（第三范式），无传递依赖，数据库设计规范化程度高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数据库实施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85953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8F6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admin_id, username, password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8F6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care_project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project_id, project_name, project_type, project_img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8F6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hiring_order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order_id, nurse_user, elder_id, service_type, order_time, service_time, service_end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8F6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nurse_info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nurse_user, nurse_age, nurse_gender, nurse_photo, nurse_phone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8F6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nurse_order_rel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rel_id, order_id, nurse_user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8F6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relative_user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relative_id, relative_name, relative_phone, elder_name, elder_age, elder_gender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数据库测试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36576" cy="5943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81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更新老人年龄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relative_user SET elder_age = '新年龄' WHERE relative_id = 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76272"/>
            <a:ext cx="36576" cy="5943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945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查询70岁以上老人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4048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relative_name, elder_name, elder_age FROM relative_user WHERE elder_age &gt; 70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9504"/>
            <a:ext cx="36576" cy="5943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07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三表联查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1181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order_id, service_type, nurse_user, nurse_age, nurse_phone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hiring_order h JOIN nurse_info n ON h.nurse_user = n.nurse_user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02736"/>
            <a:ext cx="36576" cy="5943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2102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统计护工接单数 (&gt;=2)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8313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nurse_user, COUNT(*) AS order_total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hiring_order GROUP BY nurse_user HAVING order_total &gt;=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315968"/>
            <a:ext cx="36576" cy="5943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342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查询未接单护工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5445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nurse_info WHERE nurse_user NOT IN (SELECT DISTINCT nurse_user FROM hiring_order)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数据库持久层设计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3931920" cy="54864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nurse_order_rel 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3566160" cy="59436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75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addrel():int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350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新增护工与订单关联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3566160" cy="59436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07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deleterel():int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081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删除护工与订单关联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566160" cy="59436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38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listrel_by_nurse()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813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查询护工所有订单关联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463040"/>
            <a:ext cx="3931920" cy="54864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hiring_order 类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37760" y="2057400"/>
            <a:ext cx="3566160" cy="59436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075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getorder():Entity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350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根据ID查询订单信息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788920"/>
            <a:ext cx="3566160" cy="59436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807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updatestatus():int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081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更新订单状态（流转控制）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8F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365760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团队信息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74320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姓名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F6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刘靖茂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20240103040104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陈鑫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20240103040119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353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2D8F6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7EBDA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E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栗庙村养老院智能监护数据库系统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计科2401  |  赵文琦  |  2026/5/10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栗庙村养老院智能监护数据库系统</dc:title>
  <dc:subject>PptxGenJS Presentation</dc:subject>
  <dc:creator>赵文琦</dc:creator>
  <cp:lastModifiedBy>赵文琦</cp:lastModifiedBy>
  <cp:revision>1</cp:revision>
  <dcterms:created xsi:type="dcterms:W3CDTF">2026-05-17T06:39:16Z</dcterms:created>
  <dcterms:modified xsi:type="dcterms:W3CDTF">2026-05-17T06:39:16Z</dcterms:modified>
</cp:coreProperties>
</file>